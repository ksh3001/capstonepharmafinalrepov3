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1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B1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7498079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DCFF"/>
                </a:solidFill>
                <a:latin typeface="Calibri"/>
              </a:rPr>
              <a:t>Advisory HITL evidence console  ·  Batch  ·  PV intake  ·  Supply / cold-chain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56032"/>
            <a:ext cx="26060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Engines classify\nHumans decide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91440" cy="157276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280160"/>
            <a:ext cx="3337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3B1D6E"/>
                </a:solidFill>
                <a:latin typeface="Calibri"/>
              </a:rPr>
              <a:t>Batch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554480"/>
            <a:ext cx="3337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45"/>
                </a:solidFill>
                <a:latin typeface="Calibri"/>
              </a:rPr>
              <a:t>NCB204-B24071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792224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2C3344"/>
                </a:solidFill>
                <a:latin typeface="Calibri"/>
              </a:rPr>
              <a:t>Quality-hold pack. Findings, contradictions, gaps, abstentions, cited evidence. Acknowledge only after critical items are opened.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91440" cy="157276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80160"/>
            <a:ext cx="3337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3B1D6E"/>
                </a:solidFill>
                <a:latin typeface="Calibri"/>
              </a:rPr>
              <a:t>PV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554480"/>
            <a:ext cx="3337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45"/>
                </a:solidFill>
                <a:latin typeface="Calibri"/>
              </a:rPr>
              <a:t>PV-1001  ·  SM-77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792224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2C3344"/>
                </a:solidFill>
                <a:latin typeface="Calibri"/>
              </a:rPr>
              <a:t>Clocks, duplicate candidates, listedness. Sensitive segments by entitlement. Never confirms a safety signal.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234440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91440" cy="157276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280160"/>
            <a:ext cx="3337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3B1D6E"/>
                </a:solidFill>
                <a:latin typeface="Calibri"/>
              </a:rPr>
              <a:t>Supply / cold-chain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554480"/>
            <a:ext cx="3337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FF7A45"/>
                </a:solidFill>
                <a:latin typeface="Calibri"/>
              </a:rPr>
              <a:t>SH-901  ·  shortage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1792224"/>
            <a:ext cx="33375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2C3344"/>
                </a:solidFill>
                <a:latin typeface="Calibri"/>
              </a:rPr>
              <a:t>Draft options, constraints, quality holds. Contested capacity is not available stock. No shipment 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44368"/>
            <a:ext cx="5806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99232"/>
            <a:ext cx="5532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What the console does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5532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Provenance-preserving evidence retrieval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Contradictions, gaps, and abstentions at equal prominence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Identity picker (QP, safety physician, reviewer, auditor…)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Forced evidence view before acknowledge / contest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Append-only hash-linked evidence chain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In-console user guide with live-screen pictures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Pack chat: catalog status only — decide-language refused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Oversight: gates, injects (INJ-001…084), agents, health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944368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99232"/>
            <a:ext cx="5349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How it is built and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91840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CPython 3.11–3.13  ·  no Node  ·  no database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assessment: stdlib only, offline, model off (graded path)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ui / advisory: FastAPI console; model is narrative only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pip install -r requirements-ui.txt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python -m aegis setup &amp;&amp; python -m aegis serve --port 8000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Open http://127.0.0.1:8000/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Fixtures in tests/fixtures/synthetic/  ·  FDE package optional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C4 diagram: docs/architecture/aegis-architecture.html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376672"/>
            <a:ext cx="11567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B1D6E"/>
                </a:solidFill>
                <a:latin typeface="Calibri"/>
              </a:rPr>
              <a:t>Permanent exclusions  ·  not a disposition, PV-decision, eligibility, stock-movement, recall, or signature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650992"/>
            <a:ext cx="115671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7B8494"/>
                </a:solidFill>
                <a:latin typeface="Calibri"/>
              </a:rPr>
              <a:t>Synthetic fixtures. Demonstrator console. Not a production GxP system of record. EU AI Act / ISO 42001 posture is advisory with executable tripwires — not a certificate. Kill switch: AEGIS_LLM_ENABLED=false. Docs: README.md  ·  docs/README.md  ·  docs/product/intended-use.md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83680"/>
            <a:ext cx="11567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D4C4F0"/>
                </a:solidFill>
                <a:latin typeface="Calibri"/>
              </a:rPr>
              <a:t>AEGIS  ·  FDE capstone  ·  one-page product brief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